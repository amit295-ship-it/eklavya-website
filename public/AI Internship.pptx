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3444538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7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54" d="100"/>
          <a:sy n="54" d="100"/>
        </p:scale>
        <p:origin x="916" y="40"/>
      </p:cViewPr>
      <p:guideLst>
        <p:guide orient="horz" pos="2880"/>
        <p:guide pos="27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49DE382-A5F8-FDD4-4020-3D8E29F9266E}"/>
              </a:ext>
            </a:extLst>
          </p:cNvPr>
          <p:cNvSpPr/>
          <p:nvPr/>
        </p:nvSpPr>
        <p:spPr>
          <a:xfrm>
            <a:off x="0" y="0"/>
            <a:ext cx="13444537" cy="756285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bject 3"/>
          <p:cNvSpPr txBox="1"/>
          <p:nvPr/>
        </p:nvSpPr>
        <p:spPr>
          <a:xfrm>
            <a:off x="2912270" y="1823245"/>
            <a:ext cx="8099425" cy="68480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4350" dirty="0">
                <a:solidFill>
                  <a:srgbClr val="008C74"/>
                </a:solidFill>
                <a:latin typeface="Centaur"/>
                <a:cs typeface="Centaur"/>
              </a:rPr>
              <a:t>CERTIFICATE </a:t>
            </a:r>
            <a:r>
              <a:rPr sz="4350" spc="55" dirty="0">
                <a:solidFill>
                  <a:srgbClr val="008C74"/>
                </a:solidFill>
                <a:latin typeface="Centaur"/>
                <a:cs typeface="Centaur"/>
              </a:rPr>
              <a:t>OF</a:t>
            </a:r>
            <a:r>
              <a:rPr sz="4350" spc="300" dirty="0">
                <a:solidFill>
                  <a:srgbClr val="008C74"/>
                </a:solidFill>
                <a:latin typeface="Centaur"/>
                <a:cs typeface="Centaur"/>
              </a:rPr>
              <a:t> </a:t>
            </a:r>
            <a:r>
              <a:rPr sz="4350" spc="95" dirty="0">
                <a:solidFill>
                  <a:srgbClr val="008C74"/>
                </a:solidFill>
                <a:latin typeface="Centaur"/>
                <a:cs typeface="Centaur"/>
              </a:rPr>
              <a:t>COMPLETION</a:t>
            </a:r>
            <a:endParaRPr lang="en-US" sz="4350" spc="95" dirty="0">
              <a:solidFill>
                <a:srgbClr val="008C74"/>
              </a:solidFill>
              <a:latin typeface="Centaur"/>
              <a:cs typeface="Centau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F60BB-5CC2-EBFE-695F-11BDD324320D}"/>
              </a:ext>
            </a:extLst>
          </p:cNvPr>
          <p:cNvSpPr txBox="1"/>
          <p:nvPr/>
        </p:nvSpPr>
        <p:spPr>
          <a:xfrm>
            <a:off x="550069" y="2943226"/>
            <a:ext cx="12192000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This is to certify that &lt;Name&gt;  pursuing degree &lt; Organization&gt; has successfully completed AI internship with us for a period of 1 month in April’26 , where the intern helped us in rolling out our AI strategy which included rollout of our custom AI toolkit including RAG models , automations and data analytics. We wish the intern all the best for a bright professional career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5C732407-B557-A5FB-96F1-F0E5460F4243}"/>
              </a:ext>
            </a:extLst>
          </p:cNvPr>
          <p:cNvSpPr txBox="1"/>
          <p:nvPr/>
        </p:nvSpPr>
        <p:spPr>
          <a:xfrm>
            <a:off x="1616869" y="6307154"/>
            <a:ext cx="3962400" cy="81304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algn="ctr">
              <a:spcBef>
                <a:spcPts val="180"/>
              </a:spcBef>
            </a:pPr>
            <a:r>
              <a:rPr lang="en-IN" sz="1600" b="1" dirty="0">
                <a:solidFill>
                  <a:srgbClr val="231F2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Corporate Trainer</a:t>
            </a:r>
          </a:p>
          <a:p>
            <a:pPr marL="12700" algn="ctr">
              <a:spcBef>
                <a:spcPts val="180"/>
              </a:spcBef>
            </a:pPr>
            <a:r>
              <a:rPr lang="en-IN" sz="1600" b="1" dirty="0">
                <a:solidFill>
                  <a:srgbClr val="231F2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Amit Kumar Gupta(Microsoft certified trainer)</a:t>
            </a:r>
          </a:p>
          <a:p>
            <a:pPr marL="12700" algn="ctr">
              <a:spcBef>
                <a:spcPts val="180"/>
              </a:spcBef>
            </a:pPr>
            <a:r>
              <a:rPr lang="en-IN" sz="1600" b="1" dirty="0">
                <a:solidFill>
                  <a:srgbClr val="231F2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Founder , Eklavya career initiative</a:t>
            </a:r>
            <a:endParaRPr sz="1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Google Shape;84;p1">
            <a:extLst>
              <a:ext uri="{FF2B5EF4-FFF2-40B4-BE49-F238E27FC236}">
                <a16:creationId xmlns:a16="http://schemas.microsoft.com/office/drawing/2014/main" id="{01BEF1A1-4100-9747-F169-8D0468683A8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02669" y="243096"/>
            <a:ext cx="1828800" cy="1470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1F0199-9521-28C9-F0DB-09D527D1963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t="50983"/>
          <a:stretch>
            <a:fillRect/>
          </a:stretch>
        </p:blipFill>
        <p:spPr>
          <a:xfrm>
            <a:off x="2875713" y="5678651"/>
            <a:ext cx="1484356" cy="5411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49EF9519011E4BA956563BF1179B81" ma:contentTypeVersion="12" ma:contentTypeDescription="Create a new document." ma:contentTypeScope="" ma:versionID="2a74f74cc7aa18b4ebab8905e399292c">
  <xsd:schema xmlns:xsd="http://www.w3.org/2001/XMLSchema" xmlns:xs="http://www.w3.org/2001/XMLSchema" xmlns:p="http://schemas.microsoft.com/office/2006/metadata/properties" xmlns:ns3="7b48e2a3-68a0-49de-a7f9-f17e54de2945" xmlns:ns4="98215496-ffad-4da5-9aff-2c91e1beff3f" targetNamespace="http://schemas.microsoft.com/office/2006/metadata/properties" ma:root="true" ma:fieldsID="484fab954227878055465e6b62aa39a4" ns3:_="" ns4:_="">
    <xsd:import namespace="7b48e2a3-68a0-49de-a7f9-f17e54de2945"/>
    <xsd:import namespace="98215496-ffad-4da5-9aff-2c91e1beff3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48e2a3-68a0-49de-a7f9-f17e54de29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215496-ffad-4da5-9aff-2c91e1beff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0760F2-19DD-413B-BD7C-F3D22FB6F2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48e2a3-68a0-49de-a7f9-f17e54de2945"/>
    <ds:schemaRef ds:uri="98215496-ffad-4da5-9aff-2c91e1beff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DBECCF-2B71-4679-A718-564C2B948E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A0D501-3F13-4CA4-8D1C-FD304086D940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98215496-ffad-4da5-9aff-2c91e1beff3f"/>
    <ds:schemaRef ds:uri="7b48e2a3-68a0-49de-a7f9-f17e54de294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</TotalTime>
  <Words>87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 Light</vt:lpstr>
      <vt:lpstr>Centaur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Put your company logo here</dc:title>
  <dc:creator>Amit kumar gupta</dc:creator>
  <cp:lastModifiedBy>Amit kumar gupta</cp:lastModifiedBy>
  <cp:revision>29</cp:revision>
  <dcterms:created xsi:type="dcterms:W3CDTF">2019-08-20T07:24:18Z</dcterms:created>
  <dcterms:modified xsi:type="dcterms:W3CDTF">2026-04-18T19:25:55Z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2019-08-20T00:00:00Z</vt:filetime>
  </property>
  <property fmtid="{D5CDD505-2E9C-101B-9397-08002B2CF9AE}" pid="3" name="Creator">
    <vt:lpwstr>Adobe InDesign 14.0 (Macintosh)</vt:lpwstr>
  </property>
  <property fmtid="{D5CDD505-2E9C-101B-9397-08002B2CF9AE}" pid="4" name="LastSaved">
    <vt:filetime>2019-08-20T00:00:00Z</vt:filetime>
  </property>
  <property fmtid="{D5CDD505-2E9C-101B-9397-08002B2CF9AE}" pid="5" name="MSIP_Label_f42aa342-8706-4288-bd11-ebb85995028c_Enabled">
    <vt:lpwstr>True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SetDate">
    <vt:lpwstr>2020-04-13T14:11:45.1544091Z</vt:lpwstr>
  </property>
  <property fmtid="{D5CDD505-2E9C-101B-9397-08002B2CF9AE}" pid="8" name="MSIP_Label_f42aa342-8706-4288-bd11-ebb85995028c_Name">
    <vt:lpwstr>General</vt:lpwstr>
  </property>
  <property fmtid="{D5CDD505-2E9C-101B-9397-08002B2CF9AE}" pid="9" name="MSIP_Label_f42aa342-8706-4288-bd11-ebb85995028c_ActionId">
    <vt:lpwstr>209dfdc8-421d-411b-9a10-5b0ef563d625</vt:lpwstr>
  </property>
  <property fmtid="{D5CDD505-2E9C-101B-9397-08002B2CF9AE}" pid="10" name="MSIP_Label_f42aa342-8706-4288-bd11-ebb85995028c_Extended_MSFT_Method">
    <vt:lpwstr>Automatic</vt:lpwstr>
  </property>
  <property fmtid="{D5CDD505-2E9C-101B-9397-08002B2CF9AE}" pid="11" name="Sensitivity">
    <vt:lpwstr>General</vt:lpwstr>
  </property>
  <property fmtid="{D5CDD505-2E9C-101B-9397-08002B2CF9AE}" pid="12" name="ContentTypeId">
    <vt:lpwstr>0x010100DC49EF9519011E4BA956563BF1179B81</vt:lpwstr>
  </property>
</Properties>
</file>