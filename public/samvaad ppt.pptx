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i3fED8FXlq82xAOGTKIUZ6K2CV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ca67476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4ca67476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5EE710E2-8587-8A04-3D4E-FC50271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ca674761b_0_0:notes">
            <a:extLst>
              <a:ext uri="{FF2B5EF4-FFF2-40B4-BE49-F238E27FC236}">
                <a16:creationId xmlns:a16="http://schemas.microsoft.com/office/drawing/2014/main" id="{DD5162DB-AD52-2375-578F-85B69E4DB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4ca674761b_0_0:notes">
            <a:extLst>
              <a:ext uri="{FF2B5EF4-FFF2-40B4-BE49-F238E27FC236}">
                <a16:creationId xmlns:a16="http://schemas.microsoft.com/office/drawing/2014/main" id="{9240BB6C-B8A1-2954-C523-B980AB59B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63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796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"/>
          <p:cNvGrpSpPr/>
          <p:nvPr/>
        </p:nvGrpSpPr>
        <p:grpSpPr>
          <a:xfrm>
            <a:off x="3810000" y="0"/>
            <a:ext cx="4572000" cy="6858000"/>
            <a:chOff x="3810000" y="0"/>
            <a:chExt cx="4572000" cy="6858000"/>
          </a:xfrm>
        </p:grpSpPr>
        <p:pic>
          <p:nvPicPr>
            <p:cNvPr id="90" name="Google Shape;90;p2" descr="Generated 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0" y="0"/>
              <a:ext cx="457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81527" y="2070550"/>
              <a:ext cx="2828946" cy="458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2"/>
            <p:cNvSpPr txBox="1"/>
            <p:nvPr/>
          </p:nvSpPr>
          <p:spPr>
            <a:xfrm>
              <a:off x="4681527" y="2038239"/>
              <a:ext cx="295220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 b="1" i="0" u="none" strike="noStrike" cap="none">
                  <a:solidFill>
                    <a:srgbClr val="7F6000"/>
                  </a:solidFill>
                  <a:latin typeface="Calibri"/>
                  <a:ea typeface="Calibri"/>
                  <a:cs typeface="Calibri"/>
                  <a:sym typeface="Calibri"/>
                </a:rPr>
                <a:t>संवाद से सफलता</a:t>
              </a:r>
              <a:endParaRPr sz="2800" b="1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3" name="Google Shape;93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65168" y="4759602"/>
              <a:ext cx="995117" cy="11806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1054" y="1254021"/>
            <a:ext cx="3392200" cy="508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I Career Agent Launch Event">
            <a:extLst>
              <a:ext uri="{FF2B5EF4-FFF2-40B4-BE49-F238E27FC236}">
                <a16:creationId xmlns:a16="http://schemas.microsoft.com/office/drawing/2014/main" id="{E8E71D9F-B4B6-F4AE-0FAC-D899DED81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75" y="1254021"/>
            <a:ext cx="2198914" cy="298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4ca674761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363" y="4143375"/>
            <a:ext cx="3261575" cy="51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4ca674761b_0_0"/>
          <p:cNvPicPr preferRelativeResize="0"/>
          <p:nvPr/>
        </p:nvPicPr>
        <p:blipFill rotWithShape="1">
          <a:blip r:embed="rId4">
            <a:alphaModFix/>
          </a:blip>
          <a:srcRect b="-6734"/>
          <a:stretch/>
        </p:blipFill>
        <p:spPr>
          <a:xfrm>
            <a:off x="4483749" y="332830"/>
            <a:ext cx="4368801" cy="6553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215F973-F783-1ADB-F40E-51E131782154}"/>
              </a:ext>
            </a:extLst>
          </p:cNvPr>
          <p:cNvGrpSpPr/>
          <p:nvPr/>
        </p:nvGrpSpPr>
        <p:grpSpPr>
          <a:xfrm>
            <a:off x="4888717" y="4143375"/>
            <a:ext cx="3828563" cy="518850"/>
            <a:chOff x="4871300" y="4143375"/>
            <a:chExt cx="3573375" cy="518850"/>
          </a:xfrm>
        </p:grpSpPr>
        <p:pic>
          <p:nvPicPr>
            <p:cNvPr id="105" name="Google Shape;105;g34ca674761b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71300" y="4143375"/>
              <a:ext cx="3573375" cy="51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g34ca674761b_0_0"/>
            <p:cNvSpPr txBox="1"/>
            <p:nvPr/>
          </p:nvSpPr>
          <p:spPr>
            <a:xfrm>
              <a:off x="5037363" y="4244850"/>
              <a:ext cx="326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barriers. Just belief. Be Eklavya</a:t>
              </a:r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94B6243-DEB9-14D0-82ED-82CFFDBD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2022D1-55A8-D73B-44D1-65B6EAF6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119" y="779388"/>
            <a:ext cx="3727269" cy="4821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AA861-26F2-5D44-AAC0-A9BA11464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176" y="465879"/>
            <a:ext cx="3214134" cy="4821202"/>
          </a:xfrm>
          <a:prstGeom prst="rect">
            <a:avLst/>
          </a:prstGeom>
        </p:spPr>
      </p:pic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79AC8AEA-EA80-FF96-52A5-9C879BF80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69" y="465879"/>
            <a:ext cx="3387363" cy="338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 Career Agent Launch Event">
            <a:extLst>
              <a:ext uri="{FF2B5EF4-FFF2-40B4-BE49-F238E27FC236}">
                <a16:creationId xmlns:a16="http://schemas.microsoft.com/office/drawing/2014/main" id="{6C42B281-10F0-D047-B2F9-409A3C7E1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241" y="1573460"/>
            <a:ext cx="1987415" cy="298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7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</Words>
  <Application>Microsoft Office PowerPoint</Application>
  <PresentationFormat>Widescreen</PresentationFormat>
  <Paragraphs>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 kumar gupta</dc:creator>
  <cp:lastModifiedBy>Amit kumar gupta</cp:lastModifiedBy>
  <cp:revision>6</cp:revision>
  <dcterms:created xsi:type="dcterms:W3CDTF">2025-04-09T14:34:36Z</dcterms:created>
  <dcterms:modified xsi:type="dcterms:W3CDTF">2025-09-25T07:13:10Z</dcterms:modified>
</cp:coreProperties>
</file>